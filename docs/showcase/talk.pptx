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209C2D-917C-488D-A32C-8919EAD3F9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B3F76A-C837-4D28-B4A0-DA9D302639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B6259E6-0F38-46F6-9511-66993E99A48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a5fb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0" y="5346000"/>
            <a:ext cx="10080000" cy="324000"/>
          </a:xfrm>
          <a:prstGeom prst="rect">
            <a:avLst/>
          </a:prstGeom>
          <a:solidFill>
            <a:srgbClr val="f6d32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648000" y="1512000"/>
            <a:ext cx="8784000" cy="93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4400" spc="-1" strike="noStrike">
                <a:solidFill>
                  <a:srgbClr val="ffffff"/>
                </a:solidFill>
                <a:latin typeface="Arial"/>
              </a:rPr>
              <a:t>A library for everyone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48000" y="2628000"/>
            <a:ext cx="8784000" cy="57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c0d7f5"/>
                </a:solidFill>
                <a:latin typeface="Arial"/>
              </a:rPr>
              <a:t>Plans for 2027 · Riverside Library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0" y="0"/>
            <a:ext cx="10080000" cy="936000"/>
          </a:xfrm>
          <a:prstGeom prst="rect">
            <a:avLst/>
          </a:prstGeom>
          <a:solidFill>
            <a:srgbClr val="1a5fb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40000" y="252000"/>
            <a:ext cx="9000000" cy="54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ffffff"/>
                </a:solidFill>
                <a:latin typeface="Arial"/>
              </a:rPr>
              <a:t>Three things we will do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540000" y="1368000"/>
            <a:ext cx="216000" cy="864000"/>
          </a:xfrm>
          <a:prstGeom prst="rect">
            <a:avLst/>
          </a:prstGeom>
          <a:solidFill>
            <a:srgbClr val="2ec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36000" y="1368000"/>
            <a:ext cx="84600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241f31"/>
                </a:solidFill>
                <a:latin typeface="Arial"/>
              </a:rPr>
              <a:t>Children's corner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936000" y="1800000"/>
            <a:ext cx="846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77767b"/>
                </a:solidFill>
                <a:latin typeface="Arial"/>
              </a:rPr>
              <a:t>Books, games and a reading hour every Saturday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40000" y="2664000"/>
            <a:ext cx="216000" cy="864000"/>
          </a:xfrm>
          <a:prstGeom prst="rect">
            <a:avLst/>
          </a:prstGeom>
          <a:solidFill>
            <a:srgbClr val="f6d32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936000" y="2664000"/>
            <a:ext cx="84600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241f31"/>
                </a:solidFill>
                <a:latin typeface="Arial"/>
              </a:rPr>
              <a:t>Laptops to borrow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936000" y="3096000"/>
            <a:ext cx="846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77767b"/>
                </a:solidFill>
                <a:latin typeface="Arial"/>
              </a:rPr>
              <a:t>For a week at a time, with a library card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540000" y="3960000"/>
            <a:ext cx="216000" cy="864000"/>
          </a:xfrm>
          <a:prstGeom prst="rect">
            <a:avLst/>
          </a:prstGeom>
          <a:solidFill>
            <a:srgbClr val="e01b2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36000" y="3960000"/>
            <a:ext cx="84600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241f31"/>
                </a:solidFill>
                <a:latin typeface="Arial"/>
              </a:rPr>
              <a:t>Open until nine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936000" y="4392000"/>
            <a:ext cx="846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77767b"/>
                </a:solidFill>
                <a:latin typeface="Arial"/>
              </a:rPr>
              <a:t>The reading room, every evening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2026-10-18T00:41:16Z</dcterms:modified>
  <cp:revision>1</cp:revision>
  <dc:subject/>
  <dc:title/>
</cp:coreProperties>
</file>